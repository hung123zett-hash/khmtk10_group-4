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Inter SemiBold" panose="020B0604020202020204" charset="0"/>
      <p:regular r:id="rId16"/>
      <p:bold r:id="rId17"/>
      <p:italic r:id="rId18"/>
      <p:boldItalic r:id="rId19"/>
    </p:embeddedFont>
    <p:embeddedFont>
      <p:font typeface="Urbanist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9321A57-9739-40BC-BB72-88438CDB12C8}">
  <a:tblStyle styleId="{E9321A57-9739-40BC-BB72-88438CDB12C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644041" y="2056507"/>
            <a:ext cx="8903769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Quản lý lương nhân viên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786187" y="3209032"/>
            <a:ext cx="46196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Đề tài 11 - Báo cáo tiến độ đồ án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4077592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329237" y="4496692"/>
            <a:ext cx="1533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Nhóm 4 - MT10A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3015"/>
            <a:ext cx="5381625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503015"/>
            <a:ext cx="5381625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36665"/>
            <a:ext cx="5381625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4036665"/>
            <a:ext cx="5381625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962025" y="1893540"/>
            <a:ext cx="483060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Phạm Hoàng Đạt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629399" y="2341215"/>
            <a:ext cx="4600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Vai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trò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Trưởng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nhóm</a:t>
            </a:r>
            <a:endParaRPr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6629400" y="1893540"/>
            <a:ext cx="483060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Nguyễn Thành Hưng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62024" y="2350740"/>
            <a:ext cx="4600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Vai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trò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Thành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viên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962025" y="4427190"/>
            <a:ext cx="483060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Noyamphai Maneevong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62025" y="4979640"/>
            <a:ext cx="4600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Vai trò: Thành viên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629400" y="4427190"/>
            <a:ext cx="483060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Maylisa Vilaivanh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629400" y="4979640"/>
            <a:ext cx="4600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Vai trò: Thành viên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09612" y="459135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Danh sách thành viên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50777"/>
            <a:ext cx="3530649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0749" y="2650777"/>
            <a:ext cx="3530649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9999" y="2650777"/>
            <a:ext cx="3530649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41487" y="2974627"/>
            <a:ext cx="39052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783271" y="3717577"/>
            <a:ext cx="310710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Tính lương tự động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57250" y="3936652"/>
            <a:ext cx="29591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Xây dựng thuật toán chính xác dựa trên công thức lương, ngày công và phụ cấp.</a:t>
            </a:r>
            <a:endParaRPr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8825" y="2974627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59987" y="2974627"/>
            <a:ext cx="39052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301770" y="3717577"/>
            <a:ext cx="310710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Phiếu lương minh bạch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375749" y="3936652"/>
            <a:ext cx="29591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Cung cấp khả năng truy xuất và in phiếu lương chi tiết cho từng nhân viên.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Mục tiêu trọng tâm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71500" y="478914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Đang trong giai đoạn phát triển và tối ưu hóa các chức năng chính.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713515" y="2595668"/>
            <a:ext cx="3189514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1" i="0" u="none" strike="noStrike" cap="none" dirty="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70%</a:t>
            </a:r>
            <a:endParaRPr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Tiến độ tổng quan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295275" y="2352675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02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295275" y="3276600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Công nghệ &amp; Cơ sở dữ liệu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42005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Chi tiết về kiến trúc kỹ thuật của hệ thống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904875" y="2693640"/>
            <a:ext cx="4905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Backend: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Sử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dụng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Python </a:t>
            </a:r>
            <a:r>
              <a:rPr lang="vi-VN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và các thư viện như Pandas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66" name="Google Shape;166;p19"/>
          <p:cNvSpPr txBox="1"/>
          <p:nvPr/>
        </p:nvSpPr>
        <p:spPr>
          <a:xfrm>
            <a:off x="904875" y="4293840"/>
            <a:ext cx="4905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Frontend: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Ứng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dụng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WinForms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trực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quan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hoặc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giao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diện</a:t>
            </a:r>
            <a:r>
              <a:rPr lang="vi-VN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Gui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269364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71500" y="429384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Công nghệ phát triển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7" name="Google Shape;177;p20"/>
          <p:cNvGraphicFramePr/>
          <p:nvPr>
            <p:extLst>
              <p:ext uri="{D42A27DB-BD31-4B8C-83A1-F6EECF244321}">
                <p14:modId xmlns:p14="http://schemas.microsoft.com/office/powerpoint/2010/main" val="2329192646"/>
              </p:ext>
            </p:extLst>
          </p:nvPr>
        </p:nvGraphicFramePr>
        <p:xfrm>
          <a:off x="571500" y="2120205"/>
          <a:ext cx="11048975" cy="3547000"/>
        </p:xfrm>
        <a:graphic>
          <a:graphicData uri="http://schemas.openxmlformats.org/drawingml/2006/table">
            <a:tbl>
              <a:tblPr firstRow="1" bandRow="1">
                <a:noFill/>
                <a:tableStyleId>{E9321A57-9739-40BC-BB72-88438CDB12C8}</a:tableStyleId>
              </a:tblPr>
              <a:tblGrid>
                <a:gridCol w="2670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8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9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Bảng dữ liệu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Mô tả chức năng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Nhân</a:t>
                      </a: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viên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Lưu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trữ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thông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tin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cá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nhân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phòng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ban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và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chức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vụ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9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Chấm</a:t>
                      </a: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công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Ghi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nhận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ngày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công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giờ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làm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thêm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và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số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ngày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nghỉ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9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Bảng</a:t>
                      </a: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lương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Tổng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hợp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kết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quả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tính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lương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hàng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tháng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của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nhân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sự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9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Phân</a:t>
                      </a: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quyền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Quản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lý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quyền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truy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cập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và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thao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tác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trên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hệ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thống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8" name="Google Shape;178;p20"/>
          <p:cNvSpPr/>
          <p:nvPr/>
        </p:nvSpPr>
        <p:spPr>
          <a:xfrm>
            <a:off x="571500" y="2857351"/>
            <a:ext cx="2773412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3344912" y="2857351"/>
            <a:ext cx="8275587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71500" y="3566963"/>
            <a:ext cx="27734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3344912" y="3566963"/>
            <a:ext cx="82755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571500" y="4262288"/>
            <a:ext cx="27734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3344912" y="4262288"/>
            <a:ext cx="82755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71500" y="4957613"/>
            <a:ext cx="27734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3344912" y="4957613"/>
            <a:ext cx="82755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71500" y="5652938"/>
            <a:ext cx="27734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3344912" y="5652938"/>
            <a:ext cx="82755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Cấu trúc Cơ sở dữ liệu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31740"/>
            <a:ext cx="5381625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731740"/>
            <a:ext cx="5381625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962025" y="3122265"/>
            <a:ext cx="483060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Khó khăn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629400" y="3122265"/>
            <a:ext cx="483060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Giải pháp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962775" y="3674715"/>
            <a:ext cx="4267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50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Tham khảo các tài liệu trên internet</a:t>
            </a:r>
            <a:endParaRPr dirty="0"/>
          </a:p>
        </p:txBody>
      </p:sp>
      <p:sp>
        <p:nvSpPr>
          <p:cNvPr id="203" name="Google Shape;203;p21"/>
          <p:cNvSpPr txBox="1"/>
          <p:nvPr/>
        </p:nvSpPr>
        <p:spPr>
          <a:xfrm>
            <a:off x="962025" y="367471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dirty="0"/>
          </a:p>
        </p:txBody>
      </p:sp>
      <p:sp>
        <p:nvSpPr>
          <p:cNvPr id="205" name="Google Shape;205;p21"/>
          <p:cNvSpPr txBox="1"/>
          <p:nvPr/>
        </p:nvSpPr>
        <p:spPr>
          <a:xfrm>
            <a:off x="6629400" y="367471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Thử thách &amp; Giải pháp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698C20-81DB-72C3-480B-A59DEF2DCC5E}"/>
              </a:ext>
            </a:extLst>
          </p:cNvPr>
          <p:cNvSpPr txBox="1"/>
          <p:nvPr/>
        </p:nvSpPr>
        <p:spPr>
          <a:xfrm>
            <a:off x="1413782" y="3722340"/>
            <a:ext cx="3951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Tính lương theo mức bậc và ngạch của nhân viên, và dữ liệu trả về trên hệ thống.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/>
          <p:nvPr/>
        </p:nvSpPr>
        <p:spPr>
          <a:xfrm>
            <a:off x="571500" y="4146202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1643955" y="3669952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571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510733" y="4241452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Giai đoạn 1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71500" y="446052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Xuất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báo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cáo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Excel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hoàn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thiện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UI.</a:t>
            </a:r>
            <a:endParaRPr dirty="0"/>
          </a:p>
        </p:txBody>
      </p:sp>
      <p:sp>
        <p:nvSpPr>
          <p:cNvPr id="218" name="Google Shape;218;p22"/>
          <p:cNvSpPr/>
          <p:nvPr/>
        </p:nvSpPr>
        <p:spPr>
          <a:xfrm>
            <a:off x="4516635" y="3669952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571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3383413" y="4241452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Giai đoạn 2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3444180" y="446052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Kiểm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thử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hệ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thống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fix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lỗi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21" name="Google Shape;221;p22"/>
          <p:cNvSpPr/>
          <p:nvPr/>
        </p:nvSpPr>
        <p:spPr>
          <a:xfrm>
            <a:off x="7389316" y="3669952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571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6256094" y="4241452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Giai đoạn 3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316860" y="446052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Viết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tài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liệu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hướng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dẫn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sử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dụng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24" name="Google Shape;224;p22"/>
          <p:cNvSpPr/>
          <p:nvPr/>
        </p:nvSpPr>
        <p:spPr>
          <a:xfrm>
            <a:off x="10261996" y="3669952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571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9128774" y="4241452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Kết thúc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9189541" y="4460527"/>
            <a:ext cx="2430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Demo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sản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phẩm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dirty="0"/>
          </a:p>
        </p:txBody>
      </p:sp>
      <p:sp>
        <p:nvSpPr>
          <p:cNvPr id="227" name="Google Shape;227;p22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Kế hoạch hoàn thiện</a:t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</Words>
  <Application>Microsoft Office PowerPoint</Application>
  <PresentationFormat>Widescreen</PresentationFormat>
  <Paragraphs>55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Inter</vt:lpstr>
      <vt:lpstr>Calibri</vt:lpstr>
      <vt:lpstr>Urbanist</vt:lpstr>
      <vt:lpstr>Inter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Hưng Thành</cp:lastModifiedBy>
  <cp:revision>2</cp:revision>
  <dcterms:modified xsi:type="dcterms:W3CDTF">2026-05-11T15:30:47Z</dcterms:modified>
</cp:coreProperties>
</file>